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78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rtoony marvel-style illustration of Frankenstein's laboratory with dramatic lighting, oversized machinery, glowing tubes, and a whimsical mad-science atmosphere">
            <a:extLst>
              <a:ext uri="{FF2B5EF4-FFF2-40B4-BE49-F238E27FC236}">
                <a16:creationId xmlns:a16="http://schemas.microsoft.com/office/drawing/2014/main" id="{55EE74E7-0065-73C4-AC5F-B515CF386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61" r="2" b="7840"/>
          <a:stretch>
            <a:fillRect/>
          </a:stretch>
        </p:blipFill>
        <p:spPr bwMode="auto">
          <a:xfrm>
            <a:off x="-2" y="10"/>
            <a:ext cx="9144000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54334" y="3587441"/>
            <a:ext cx="3989575" cy="2165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 Elements from Frankenstein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4335" y="2858306"/>
            <a:ext cx="3989573" cy="729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685800">
              <a:lnSpc>
                <a:spcPct val="90000"/>
              </a:lnSpc>
              <a:spcBef>
                <a:spcPts val="750"/>
              </a:spcBef>
              <a:defRPr i="1"/>
            </a:pPr>
            <a:r>
              <a:rPr lang="en-US" sz="1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Images would depict key scenes from the novel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F72D119F-8562-42DA-AE9A-70D44FDCF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4" y="-1"/>
            <a:ext cx="4349997" cy="5144691"/>
          </a:xfrm>
          <a:custGeom>
            <a:avLst/>
            <a:gdLst>
              <a:gd name="connsiteX0" fmla="*/ 620377 w 5389868"/>
              <a:gd name="connsiteY0" fmla="*/ 6374535 h 6374535"/>
              <a:gd name="connsiteX1" fmla="*/ 3459520 w 5389868"/>
              <a:gd name="connsiteY1" fmla="*/ 6374535 h 6374535"/>
              <a:gd name="connsiteX2" fmla="*/ 3638761 w 5389868"/>
              <a:gd name="connsiteY2" fmla="*/ 6288190 h 6374535"/>
              <a:gd name="connsiteX3" fmla="*/ 5389868 w 5389868"/>
              <a:gd name="connsiteY3" fmla="*/ 3346018 h 6374535"/>
              <a:gd name="connsiteX4" fmla="*/ 2043850 w 5389868"/>
              <a:gd name="connsiteY4" fmla="*/ 0 h 6374535"/>
              <a:gd name="connsiteX5" fmla="*/ 139826 w 5389868"/>
              <a:gd name="connsiteY5" fmla="*/ 594192 h 6374535"/>
              <a:gd name="connsiteX6" fmla="*/ 0 w 5389868"/>
              <a:gd name="connsiteY6" fmla="*/ 700065 h 6374535"/>
              <a:gd name="connsiteX7" fmla="*/ 0 w 5389868"/>
              <a:gd name="connsiteY7" fmla="*/ 5991971 h 6374535"/>
              <a:gd name="connsiteX8" fmla="*/ 139827 w 5389868"/>
              <a:gd name="connsiteY8" fmla="*/ 6097845 h 6374535"/>
              <a:gd name="connsiteX9" fmla="*/ 378347 w 5389868"/>
              <a:gd name="connsiteY9" fmla="*/ 6248727 h 63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89868" h="6374535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8" name="Picture 4" descr="Marvel comics-style angular headshot of Frankenstein with edgy features, bold lines, dramatic shadows, and intense expression, inspired by Stan Lee era character design">
            <a:extLst>
              <a:ext uri="{FF2B5EF4-FFF2-40B4-BE49-F238E27FC236}">
                <a16:creationId xmlns:a16="http://schemas.microsoft.com/office/drawing/2014/main" id="{3E743CF6-2584-19EA-DEC2-9D768DC2A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0805"/>
          <a:stretch>
            <a:fillRect/>
          </a:stretch>
        </p:blipFill>
        <p:spPr bwMode="auto">
          <a:xfrm>
            <a:off x="-2" y="1"/>
            <a:ext cx="4224619" cy="5012408"/>
          </a:xfrm>
          <a:custGeom>
            <a:avLst/>
            <a:gdLst/>
            <a:ahLst/>
            <a:cxnLst/>
            <a:rect l="l" t="t" r="r" b="b"/>
            <a:pathLst>
              <a:path w="5234519" h="621062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2</cp:revision>
  <dcterms:created xsi:type="dcterms:W3CDTF">2013-01-27T09:14:16Z</dcterms:created>
  <dcterms:modified xsi:type="dcterms:W3CDTF">2026-01-30T15:37:18Z</dcterms:modified>
  <cp:category/>
</cp:coreProperties>
</file>