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 Themes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analysis of Frankenstein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Themes in Frankenstein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dangers of unchecked ambition</a:t>
            </a:r>
          </a:p>
          <a:p>
            <a:pPr/>
            <a:r>
              <a:t>The responsibility of creators</a:t>
            </a:r>
          </a:p>
          <a:p>
            <a:pPr/>
            <a:r>
              <a:t>The nature of humanity</a:t>
            </a:r>
          </a:p>
          <a:p>
            <a:pPr/>
            <a:r>
              <a:t>Isolation and its consequences</a:t>
            </a:r>
          </a:p>
          <a:p>
            <a:pPr/>
            <a:r>
              <a:t>The pursuit of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Theme: Ambition</a:t>
            </a:r>
          </a:p>
          <a:p>
            <a:pPr lvl="1"/>
            <a:r>
              <a:t>Victor's relentless pursuit</a:t>
            </a:r>
          </a:p>
          <a:p>
            <a:pPr lvl="1"/>
            <a:r>
              <a:t>Walton's Arctic expedition</a:t>
            </a:r>
          </a:p>
          <a:p>
            <a:pPr/>
            <a:r>
              <a:t>Secondary Theme: Isolation</a:t>
            </a:r>
          </a:p>
          <a:p>
            <a:pPr lvl="1"/>
            <a:r>
              <a:t>Victor's self-imposed exile</a:t>
            </a:r>
          </a:p>
          <a:p>
            <a:pPr lvl="1"/>
            <a:r>
              <a:t>The creature's rejection by society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