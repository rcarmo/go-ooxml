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828800" cy="914400"/>
          </a:xfrm>
          <a:prstGeom prst="rect">
            <a:avLst/>
          </a:prstGeom>
          <a:solidFill>
            <a:srgbClr val="4472C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Victor</a:t>
            </a:r>
          </a:p>
        </p:txBody>
      </p:sp>
      <p:sp>
        <p:nvSpPr>
          <p:cNvPr id="3" name="Oval 2"/>
          <p:cNvSpPr/>
          <p:nvPr/>
        </p:nvSpPr>
        <p:spPr>
          <a:xfrm>
            <a:off x="2743200" y="457200"/>
            <a:ext cx="1828800" cy="914400"/>
          </a:xfrm>
          <a:prstGeom prst="ellipse">
            <a:avLst/>
          </a:prstGeom>
          <a:solidFill>
            <a:srgbClr val="C0504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Creature</a:t>
            </a:r>
          </a:p>
        </p:txBody>
      </p:sp>
      <p:sp>
        <p:nvSpPr>
          <p:cNvPr id="4" name="Right Arrow 3"/>
          <p:cNvSpPr/>
          <p:nvPr/>
        </p:nvSpPr>
        <p:spPr>
          <a:xfrm>
            <a:off x="2377440" y="685800"/>
            <a:ext cx="365760" cy="45720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0" y="457200"/>
            <a:ext cx="1828800" cy="914400"/>
          </a:xfrm>
          <a:prstGeom prst="roundRect">
            <a:avLst/>
          </a:prstGeom>
          <a:solidFill>
            <a:srgbClr val="70AD4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Elizabeth</a:t>
            </a:r>
          </a:p>
        </p:txBody>
      </p:sp>
      <p:sp>
        <p:nvSpPr>
          <p:cNvPr id="6" name="Isosceles Triangle 5"/>
          <p:cNvSpPr/>
          <p:nvPr/>
        </p:nvSpPr>
        <p:spPr>
          <a:xfrm>
            <a:off x="2286000" y="1828800"/>
            <a:ext cx="1828800" cy="1371600"/>
          </a:xfrm>
          <a:prstGeom prst="triangl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Conflict</a:t>
            </a:r>
          </a:p>
        </p:txBody>
      </p:sp>
      <p:sp>
        <p:nvSpPr>
          <p:cNvPr id="7" name="Rounded Rectangular Callout 6"/>
          <p:cNvSpPr/>
          <p:nvPr/>
        </p:nvSpPr>
        <p:spPr>
          <a:xfrm>
            <a:off x="4572000" y="1828800"/>
            <a:ext cx="2743200" cy="1371600"/>
          </a:xfrm>
          <a:prstGeom prst="wedgeRoundRectCallou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It was on a dreary night of November tha...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