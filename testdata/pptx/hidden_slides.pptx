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Frankenstein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Visible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 am by birth a Genevese, and my family is one of the most distinguished of that republic.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p: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Hidden Bonus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is hidden from the slideshow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Learn from me, if not by my precepts, at least by my example, how dangerous is the acquirement of knowledge.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