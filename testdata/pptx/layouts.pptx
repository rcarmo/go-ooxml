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Layout 0: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Title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1: 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Title and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2: 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for Section Header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3: 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Content for Two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4: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for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5: Title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7: Content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Content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8: Picture with Caption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Content for Picture with Caption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