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Remember to emphasize the Gothic elements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Discuss the Romantic period context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Compare to Prometheus myth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Audience question: What makes a monster?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themes: creation, responsibility, isolation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Frankenstein Lecture Series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Prepared by Test Author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Chapter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Education and early interests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Chapter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University at Ingolstadt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Chapter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creation of the creature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Chapter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awakening and horror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